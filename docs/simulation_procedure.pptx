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ACE Pedigree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Variance Components (sum to 1.0)</a:t>
            </a:r>
          </a:p>
          <a:p>
            <a:pPr>
              <a:defRPr sz="1800"/>
            </a:pPr>
            <a:r>
              <a:t>  A — Additive genetic</a:t>
            </a:r>
          </a:p>
          <a:p>
            <a:pPr>
              <a:defRPr sz="1800"/>
            </a:pPr>
            <a:r>
              <a:t>  C — Common/shared environment</a:t>
            </a:r>
          </a:p>
          <a:p>
            <a:pPr>
              <a:defRPr sz="1800"/>
            </a:pPr>
            <a:r>
              <a:t>  E — Unique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Founders (Generation 0)</a:t>
            </a:r>
          </a:p>
          <a:p>
            <a:pPr>
              <a:defRPr sz="1800"/>
            </a:pPr>
            <a:r>
              <a:t>  Draw A, C, E independently from N(0, σ)</a:t>
            </a:r>
          </a:p>
          <a:p>
            <a:pPr>
              <a:defRPr sz="1800"/>
            </a:pPr>
            <a:r>
              <a:t>  where σ² equals the variance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Subsequent Generations</a:t>
            </a:r>
          </a:p>
          <a:p>
            <a:pPr>
              <a:defRPr sz="1800"/>
            </a:pPr>
            <a:r>
              <a:t>  A:  Midparent + N(0, σ_A/√2)</a:t>
            </a:r>
          </a:p>
          <a:p>
            <a:pPr>
              <a:defRPr sz="1800"/>
            </a:pPr>
            <a:r>
              <a:t>  C:  Inherited from mother</a:t>
            </a:r>
          </a:p>
          <a:p>
            <a:pPr>
              <a:defRPr sz="1800"/>
            </a:pPr>
            <a:r>
              <a:t>  E:  Drawn fresh from N(0, σ_E)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65760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Parameters</a:t>
            </a:r>
          </a:p>
          <a:p>
            <a:pPr>
              <a:defRPr sz="1800"/>
            </a:pPr>
            <a:r>
              <a:t>  • N individuals per generation</a:t>
            </a:r>
          </a:p>
          <a:p>
            <a:pPr>
              <a:defRPr sz="1800"/>
            </a:pPr>
            <a:r>
              <a:t>  • ngen generations simulated</a:t>
            </a:r>
          </a:p>
          <a:p>
            <a:pPr>
              <a:defRPr sz="1800"/>
            </a:pPr>
            <a:r>
              <a:t>  • Poisson-distributed family sizes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