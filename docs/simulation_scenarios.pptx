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Simulation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Default Parameters</a:t>
            </a:r>
          </a:p>
          <a:p>
            <a:pPr>
              <a:defRPr sz="1600"/>
            </a:pPr>
            <a:r>
              <a:t>  • A=0.5, C=0.2, E=0.3</a:t>
            </a:r>
          </a:p>
          <a:p>
            <a:pPr>
              <a:defRPr sz="1600"/>
            </a:pPr>
            <a:r>
              <a:t>  • N = 100,000 per generation</a:t>
            </a:r>
          </a:p>
          <a:p>
            <a:pPr>
              <a:defRPr sz="1600"/>
            </a:pPr>
            <a:r>
              <a:t>  • 3 generations</a:t>
            </a:r>
          </a:p>
          <a:p>
            <a:pPr>
              <a:defRPr sz="1600"/>
            </a:pPr>
            <a:r>
              <a:t>  • 2% MZ twin rate</a:t>
            </a:r>
          </a:p>
          <a:p>
            <a:pPr>
              <a:defRPr sz="1600"/>
            </a:pPr>
            <a:r>
              <a:t>  • 5% non-social fathers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Population Size Variants</a:t>
            </a:r>
          </a:p>
          <a:p>
            <a:pPr>
              <a:defRPr sz="1600"/>
            </a:pPr>
            <a:r>
              <a:t>  • baseline10K — N = 10,000</a:t>
            </a:r>
          </a:p>
          <a:p>
            <a:pPr>
              <a:defRPr sz="1600"/>
            </a:pPr>
            <a:r>
              <a:t>  • baseline100K — N = 100,000 (default)</a:t>
            </a:r>
          </a:p>
          <a:p>
            <a:pPr>
              <a:defRPr sz="1600"/>
            </a:pPr>
            <a:r>
              <a:t>  • baseline1M — N = 1,000,000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Heritability Variants</a:t>
            </a:r>
          </a:p>
          <a:p>
            <a:pPr>
              <a:defRPr sz="1600"/>
            </a:pPr>
            <a:r>
              <a:t>  • high_heritability — A=0.8, C=0, E=0.2</a:t>
            </a:r>
          </a:p>
          <a:p>
            <a:pPr>
              <a:defRPr sz="1600"/>
            </a:pPr>
            <a:r>
              <a:t>  • low_heritability — A=0.1, C=0, E=0.9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0175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Family Structure Variants</a:t>
            </a:r>
          </a:p>
          <a:p>
            <a:pPr>
              <a:defRPr sz="1600"/>
            </a:pPr>
            <a:r>
              <a:t>  • no_twins — No MZ twins</a:t>
            </a:r>
          </a:p>
          <a:p>
            <a:pPr>
              <a:defRPr sz="1600"/>
            </a:pPr>
            <a:r>
              <a:t>  • no_fullsibs — All half-siblings (100% non-social fathers)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846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/>
            </a:pPr>
            <a:r>
              <a:t>All scenarios: 50 replicates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