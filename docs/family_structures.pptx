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Family Structures: Twins &amp; Siblings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MZ Twins</a:t>
            </a:r>
          </a:p>
          <a:p>
            <a:pPr>
              <a:defRPr sz="1800"/>
            </a:pPr>
            <a:r>
              <a:t>  • Born at target rate p_mztwin</a:t>
            </a:r>
          </a:p>
          <a:p>
            <a:pPr>
              <a:defRPr sz="1800"/>
            </a:pPr>
            <a:r>
              <a:t>  • Share identical A values</a:t>
            </a:r>
          </a:p>
          <a:p>
            <a:pPr>
              <a:defRPr sz="1800"/>
            </a:pPr>
            <a:r>
              <a:t>  • Share same sex</a:t>
            </a:r>
          </a:p>
          <a:p>
            <a:pPr>
              <a:defRPr sz="1800"/>
            </a:pPr>
            <a:r>
              <a:t>  • C inherited from same mother</a:t>
            </a:r>
          </a:p>
          <a:p>
            <a:pPr>
              <a:defRPr sz="1800"/>
            </a:pPr>
            <a:r>
              <a:t>  • E drawn independently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Full Siblings</a:t>
            </a:r>
          </a:p>
          <a:p>
            <a:pPr>
              <a:defRPr sz="1800"/>
            </a:pPr>
            <a:r>
              <a:t>  • Same mother and same biological father</a:t>
            </a:r>
          </a:p>
          <a:p>
            <a:pPr>
              <a:defRPr sz="1800"/>
            </a:pPr>
            <a:r>
              <a:t>  • Expected A correlation: 0.5</a:t>
            </a:r>
          </a:p>
          <a:p>
            <a:pPr>
              <a:defRPr sz="1800"/>
            </a:pPr>
            <a:r>
              <a:t>  • Share C (same household)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Half Siblings</a:t>
            </a:r>
          </a:p>
          <a:p>
            <a:pPr>
              <a:defRPr sz="1800"/>
            </a:pPr>
            <a:r>
              <a:t>  • Same mother, different biological fathers</a:t>
            </a:r>
          </a:p>
          <a:p>
            <a:pPr>
              <a:defRPr sz="1800"/>
            </a:pPr>
            <a:r>
              <a:t>  • Occur when bio father ≠ social father</a:t>
            </a:r>
          </a:p>
          <a:p>
            <a:pPr>
              <a:defRPr sz="1800"/>
            </a:pPr>
            <a:r>
              <a:t>  • Controlled by p_nonsocial_father</a:t>
            </a:r>
          </a:p>
          <a:p>
            <a:pPr>
              <a:defRPr sz="1800"/>
            </a:pPr>
            <a:r>
              <a:t>  • Expected A correlation: 0.25</a:t>
            </a:r>
          </a:p>
          <a:p>
            <a:pPr>
              <a:defRPr sz="1800"/>
            </a:pPr>
            <a:r>
              <a:t>  • Share C (same household)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657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Expected A Correlations</a:t>
            </a:r>
          </a:p>
          <a:p>
            <a:pPr>
              <a:defRPr sz="1800"/>
            </a:pPr>
            <a:r>
              <a:t>  MZ twins:  1.0</a:t>
            </a:r>
          </a:p>
          <a:p>
            <a:pPr>
              <a:defRPr sz="1800"/>
            </a:pPr>
            <a:r>
              <a:t>  Full siblings:  0.5</a:t>
            </a:r>
          </a:p>
          <a:p>
            <a:pPr>
              <a:defRPr sz="1800"/>
            </a:pPr>
            <a:r>
              <a:t>  Half siblings:  0.25</a:t>
            </a:r>
          </a:p>
          <a:p>
            <a:pPr>
              <a:defRPr sz="1800"/>
            </a:pPr>
            <a:r>
              <a:t>  Parent-offspring:  0.5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